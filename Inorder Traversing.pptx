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</p:sld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4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8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3.xml"/><Relationship Id="rId29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7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2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commentAuthors" Target="commentAuthors.xml"/><Relationship Id="rId8" Type="http://schemas.openxmlformats.org/officeDocument/2006/relationships/slideMaster" Target="slideMasters/slideMaster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1-25T16:40:09" idx="1">
    <p:pos x="0" y="0"/>
    <p:text/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141560" y="2666880"/>
            <a:ext cx="9905760" cy="312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1CD4935-90F9-447F-8971-247A5664C1F5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1B8493C-B168-44C6-90FB-2026353F209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218F35E1-47F0-4172-AD45-807CE61090E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9A6331A-0312-46F7-ADC7-069BFBFD65C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C9AC89BD-A2BE-4C7C-9A21-FF760ED9D4B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3D795841-32DC-4B9A-9BE2-8F7C58D0D86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97BD015D-A8D1-43E1-B161-843D547B0B2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7EE9A0D7-DA00-45C9-90D8-8DAF4ED3540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AB2405E0-BFB5-4493-A4C1-C3A667C6078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141560" y="2666880"/>
            <a:ext cx="9905760" cy="312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20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4C7CCC17-786C-4144-A91A-132A4C0BB78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E8E4E73C-EC8C-4E8A-BDC8-FD346E91893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1141560" y="2666880"/>
            <a:ext cx="4833720" cy="312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20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6217200" y="2666880"/>
            <a:ext cx="4833720" cy="312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20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fld id="{E37F5898-D053-48D4-9CC5-872D5869F97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lstStyle/>
          <a:p>
            <a:fld id="{43D10886-D4E4-4F3C-872B-0611AB9046D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2"/>
          </p:nvPr>
        </p:nvSpPr>
        <p:spPr/>
        <p:txBody>
          <a:bodyPr/>
          <a:lstStyle/>
          <a:p>
            <a:fld id="{D8407290-EDE2-4ECE-A099-7C3CF20FFFC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389B0952-4F05-45AE-844A-C2BED2E31C9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fld id="{29F94EA4-4EBD-41BE-9648-8C5C5C63638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1"/>
          </p:nvPr>
        </p:nvSpPr>
        <p:spPr/>
        <p:txBody>
          <a:bodyPr/>
          <a:lstStyle/>
          <a:p>
            <a:fld id="{1792D237-A31A-4154-9EB0-5DBE64745F0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11999" r="-11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751040" y="609480"/>
            <a:ext cx="8676000" cy="32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800" b="0" strike="noStrike" cap="all" spc="-1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lang="en-US" sz="4800" b="0" strike="noStrike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00B1F6-8FE4-4734-895B-54B53047CADA}" type="slidenum"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cap="small" spc="-1">
                <a:solidFill>
                  <a:schemeClr val="dk1"/>
                </a:solidFill>
                <a:latin typeface="Century Gothic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00" b="0" strike="noStrike" cap="small" spc="-1">
                <a:solidFill>
                  <a:schemeClr val="dk1"/>
                </a:solidFill>
                <a:latin typeface="Century Gothic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strike="noStrike" cap="small" spc="-1">
                <a:solidFill>
                  <a:schemeClr val="dk1"/>
                </a:solidFill>
                <a:latin typeface="Century Gothic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strike="noStrike" cap="small" spc="-1">
                <a:solidFill>
                  <a:schemeClr val="dk1"/>
                </a:solidFill>
                <a:latin typeface="Century Gothic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cap="small" spc="-1">
                <a:solidFill>
                  <a:schemeClr val="dk1"/>
                </a:solidFill>
                <a:latin typeface="Century Gothic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cap="small" spc="-1">
                <a:solidFill>
                  <a:schemeClr val="dk1"/>
                </a:solidFill>
                <a:latin typeface="Century Gothic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cap="small" spc="-1">
                <a:solidFill>
                  <a:schemeClr val="dk1"/>
                </a:solidFill>
                <a:latin typeface="Century Gothic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11999" r="-11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1560" y="4732920"/>
            <a:ext cx="990576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400" b="0" strike="noStrike" cap="all" spc="-1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lang="en-US" sz="2400" b="0" strike="noStrike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1979640" y="932040"/>
            <a:ext cx="8225640" cy="3164760"/>
          </a:xfrm>
          <a:prstGeom prst="rect">
            <a:avLst/>
          </a:prstGeom>
          <a:noFill/>
          <a:ln w="38160">
            <a:solidFill>
              <a:schemeClr val="lt2"/>
            </a:solidFill>
            <a:round/>
          </a:ln>
        </p:spPr>
        <p:txBody>
          <a:bodyPr lIns="90000" tIns="45000" rIns="90000" bIns="45000" anchor="t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Century Gothic"/>
              </a:rPr>
              <a:t>Click icon to add picture</a:t>
            </a:r>
            <a:endParaRPr lang="en-US" sz="16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1141560" y="5299560"/>
            <a:ext cx="99057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400" b="0" strike="noStrike" cap="sm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14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56B8C7-554D-4544-AF8C-B34FD34E1C58}" type="slidenum"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11999" r="-11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31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200" b="0" strike="noStrike" cap="all" spc="-1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141560" y="4343400"/>
            <a:ext cx="990576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000" b="0" strike="noStrike" cap="sm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20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93A16D-7422-4DCE-9A15-3F8A345EE785}" type="slidenum"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11999" r="-11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3"/>
          <p:cNvSpPr/>
          <p:nvPr/>
        </p:nvSpPr>
        <p:spPr>
          <a:xfrm>
            <a:off x="836640" y="78696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0" b="0" strike="noStrike" cap="all" spc="-1">
                <a:solidFill>
                  <a:schemeClr val="accent1"/>
                </a:solidFill>
                <a:latin typeface="Century Gothic"/>
              </a:rPr>
              <a:t>“</a:t>
            </a:r>
            <a:endParaRPr lang="en-US" sz="8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Box 14"/>
          <p:cNvSpPr/>
          <p:nvPr/>
        </p:nvSpPr>
        <p:spPr>
          <a:xfrm>
            <a:off x="10437840" y="2743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8000" b="0" strike="noStrike" cap="all" spc="-1">
                <a:solidFill>
                  <a:schemeClr val="accent1"/>
                </a:solidFill>
                <a:latin typeface="Century Gothic"/>
              </a:rPr>
              <a:t>”</a:t>
            </a:r>
            <a:endParaRPr lang="en-US" sz="8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446120" y="609480"/>
            <a:ext cx="9295920" cy="274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200" b="0" strike="noStrike" cap="all" spc="-1">
                <a:solidFill>
                  <a:schemeClr val="dk1"/>
                </a:solidFill>
                <a:latin typeface="Century Gothic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1674720" y="3352680"/>
            <a:ext cx="883872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000" b="0" strike="noStrike" cap="sm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20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1141560" y="4343400"/>
            <a:ext cx="990576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000" b="0" strike="noStrike" cap="sm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20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0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ftr" idx="11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25" name="PlaceHolder 6"/>
          <p:cNvSpPr>
            <a:spLocks noGrp="1"/>
          </p:cNvSpPr>
          <p:nvPr>
            <p:ph type="sldNum" idx="12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137975-A8BB-4710-9FE9-5B43586E09B2}" type="slidenum"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11999" r="-11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1560" y="3308760"/>
            <a:ext cx="990576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200" b="0" strike="noStrike" cap="all" spc="-1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141560" y="4777560"/>
            <a:ext cx="990576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000" b="0" strike="noStrike" cap="sm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20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3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4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30" name="PlaceHolder 5"/>
          <p:cNvSpPr>
            <a:spLocks noGrp="1"/>
          </p:cNvSpPr>
          <p:nvPr>
            <p:ph type="sldNum" idx="15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309644-0707-4B84-8D7D-C7D942897F07}" type="slidenum"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11999" r="-11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13"/>
          <p:cNvSpPr/>
          <p:nvPr/>
        </p:nvSpPr>
        <p:spPr>
          <a:xfrm>
            <a:off x="836640" y="78696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8000" b="0" strike="noStrike" cap="all" spc="-1">
                <a:solidFill>
                  <a:schemeClr val="accent1"/>
                </a:solidFill>
                <a:latin typeface="Century Gothic"/>
              </a:rPr>
              <a:t>“</a:t>
            </a:r>
            <a:endParaRPr lang="en-US" sz="8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Box 14"/>
          <p:cNvSpPr/>
          <p:nvPr/>
        </p:nvSpPr>
        <p:spPr>
          <a:xfrm>
            <a:off x="10437840" y="2743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8000" b="0" strike="noStrike" cap="all" spc="-1">
                <a:solidFill>
                  <a:schemeClr val="accent1"/>
                </a:solidFill>
                <a:latin typeface="Century Gothic"/>
              </a:rPr>
              <a:t>”</a:t>
            </a:r>
            <a:endParaRPr lang="en-US" sz="8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446120" y="609480"/>
            <a:ext cx="9295920" cy="274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200" b="0" strike="noStrike" cap="all" spc="-1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141560" y="3886200"/>
            <a:ext cx="9905760" cy="88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400" b="0" strike="noStrike" cap="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24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1141560" y="4775040"/>
            <a:ext cx="9905760" cy="101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0" strike="noStrike" cap="sm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18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6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17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38" name="PlaceHolder 6"/>
          <p:cNvSpPr>
            <a:spLocks noGrp="1"/>
          </p:cNvSpPr>
          <p:nvPr>
            <p:ph type="sldNum" idx="18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753CB9-25CC-48D5-A85F-932398EF0FD8}" type="slidenum"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11999" r="-11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274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200" b="0" strike="noStrike" cap="all" spc="-1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1141560" y="3505320"/>
            <a:ext cx="990576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800" b="0" strike="noStrike" cap="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28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1141560" y="4343400"/>
            <a:ext cx="990576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0" strike="noStrike" cap="sm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18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19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0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44" name="PlaceHolder 6"/>
          <p:cNvSpPr>
            <a:spLocks noGrp="1"/>
          </p:cNvSpPr>
          <p:nvPr>
            <p:ph type="sldNum" idx="21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9F1775-2888-4A82-8DF0-F51E951A9664}" type="slidenum"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11999" r="-11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200" b="0" strike="noStrike" cap="all" spc="-1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1141560" y="2666880"/>
            <a:ext cx="9905760" cy="31237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000" b="0" strike="noStrike" cap="sm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20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cap="small" spc="-1">
                <a:solidFill>
                  <a:srgbClr val="FFFFFF"/>
                </a:solidFill>
                <a:latin typeface="Century Gothic"/>
              </a:rPr>
              <a:t>Second level</a:t>
            </a:r>
            <a:endParaRPr lang="en-US" sz="18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1200240" lvl="2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600" b="0" strike="noStrike" cap="small" spc="-1">
                <a:solidFill>
                  <a:srgbClr val="FFFFFF"/>
                </a:solidFill>
                <a:latin typeface="Century Gothic"/>
              </a:rPr>
              <a:t>Third level</a:t>
            </a:r>
            <a:endParaRPr lang="en-US" sz="16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1542960" lvl="3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400" b="0" strike="noStrike" cap="small" spc="-1">
                <a:solidFill>
                  <a:srgbClr val="FFFFFF"/>
                </a:solidFill>
                <a:latin typeface="Century Gothic"/>
              </a:rPr>
              <a:t>Fourth level</a:t>
            </a:r>
            <a:endParaRPr lang="en-US" sz="14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2000160" lvl="4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400" b="0" strike="noStrike" cap="small" spc="-1">
                <a:solidFill>
                  <a:srgbClr val="FFFFFF"/>
                </a:solidFill>
                <a:latin typeface="Century Gothic"/>
              </a:rPr>
              <a:t>Fifth level</a:t>
            </a:r>
            <a:endParaRPr lang="en-US" sz="14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22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23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49" name="PlaceHolder 5"/>
          <p:cNvSpPr>
            <a:spLocks noGrp="1"/>
          </p:cNvSpPr>
          <p:nvPr>
            <p:ph type="sldNum" idx="24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D551C8-CAC8-45B7-AB52-1283D19FC1BB}" type="slidenum"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11999" r="-11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836920" y="609480"/>
            <a:ext cx="2210040" cy="518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200" b="0" strike="noStrike" cap="all" spc="-1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1141560" y="609480"/>
            <a:ext cx="7543440" cy="518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000" b="0" strike="noStrike" cap="sm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20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cap="small" spc="-1">
                <a:solidFill>
                  <a:srgbClr val="FFFFFF"/>
                </a:solidFill>
                <a:latin typeface="Century Gothic"/>
              </a:rPr>
              <a:t>Second level</a:t>
            </a:r>
            <a:endParaRPr lang="en-US" sz="18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1200240" lvl="2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600" b="0" strike="noStrike" cap="small" spc="-1">
                <a:solidFill>
                  <a:srgbClr val="FFFFFF"/>
                </a:solidFill>
                <a:latin typeface="Century Gothic"/>
              </a:rPr>
              <a:t>Third level</a:t>
            </a:r>
            <a:endParaRPr lang="en-US" sz="16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1542960" lvl="3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400" b="0" strike="noStrike" cap="small" spc="-1">
                <a:solidFill>
                  <a:srgbClr val="FFFFFF"/>
                </a:solidFill>
                <a:latin typeface="Century Gothic"/>
              </a:rPr>
              <a:t>Fourth level</a:t>
            </a:r>
            <a:endParaRPr lang="en-US" sz="14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2000160" lvl="4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400" b="0" strike="noStrike" cap="small" spc="-1">
                <a:solidFill>
                  <a:srgbClr val="FFFFFF"/>
                </a:solidFill>
                <a:latin typeface="Century Gothic"/>
              </a:rPr>
              <a:t>Fifth level</a:t>
            </a:r>
            <a:endParaRPr lang="en-US" sz="14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5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26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sldNum" idx="27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DE3DFD-F54D-48E0-BE3D-2A5C534E5FE9}" type="slidenum"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11999" r="-11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200" b="0" strike="noStrike" cap="all" spc="-1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141560" y="2666880"/>
            <a:ext cx="9905760" cy="31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000" b="0" strike="noStrike" cap="sm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20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cap="small" spc="-1">
                <a:solidFill>
                  <a:srgbClr val="FFFFFF"/>
                </a:solidFill>
                <a:latin typeface="Century Gothic"/>
              </a:rPr>
              <a:t>Second level</a:t>
            </a:r>
            <a:endParaRPr lang="en-US" sz="18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1200240" lvl="2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600" b="0" strike="noStrike" cap="small" spc="-1">
                <a:solidFill>
                  <a:srgbClr val="FFFFFF"/>
                </a:solidFill>
                <a:latin typeface="Century Gothic"/>
              </a:rPr>
              <a:t>Third level</a:t>
            </a:r>
            <a:endParaRPr lang="en-US" sz="16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1542960" lvl="3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400" b="0" strike="noStrike" cap="small" spc="-1">
                <a:solidFill>
                  <a:srgbClr val="FFFFFF"/>
                </a:solidFill>
                <a:latin typeface="Century Gothic"/>
              </a:rPr>
              <a:t>Fourth level</a:t>
            </a:r>
            <a:endParaRPr lang="en-US" sz="14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2000160" lvl="4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400" b="0" strike="noStrike" cap="small" spc="-1">
                <a:solidFill>
                  <a:srgbClr val="FFFFFF"/>
                </a:solidFill>
                <a:latin typeface="Century Gothic"/>
              </a:rPr>
              <a:t>Fifth level</a:t>
            </a:r>
            <a:endParaRPr lang="en-US" sz="14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28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29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59" name="PlaceHolder 5"/>
          <p:cNvSpPr>
            <a:spLocks noGrp="1"/>
          </p:cNvSpPr>
          <p:nvPr>
            <p:ph type="sldNum" idx="30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8FCF7F-5BF7-4226-8CF0-7483E23C1884}" type="slidenum"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11999" r="-11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751040" y="3308760"/>
            <a:ext cx="868644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en-US" sz="4000" b="0" strike="noStrike" cap="all" spc="-1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lang="en-US" sz="4000" b="0" strike="noStrike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751040" y="4777560"/>
            <a:ext cx="868644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000" b="0" strike="noStrike" cap="sm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20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31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ftr" idx="32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5"/>
          <p:cNvSpPr>
            <a:spLocks noGrp="1"/>
          </p:cNvSpPr>
          <p:nvPr>
            <p:ph type="sldNum" idx="33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7C8AF2-E2F8-4DBC-B2C1-0CCDB5DB317C}" type="slidenum"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11999" r="-11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200" b="0" strike="noStrike" cap="all" spc="-1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141560" y="2666880"/>
            <a:ext cx="4876560" cy="31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cap="sm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18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600" b="0" strike="noStrike" cap="small" spc="-1">
                <a:solidFill>
                  <a:srgbClr val="FFFFFF"/>
                </a:solidFill>
                <a:latin typeface="Century Gothic"/>
              </a:rPr>
              <a:t>Second level</a:t>
            </a:r>
            <a:endParaRPr lang="en-US" sz="16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1200240" lvl="2" indent="-28584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400" b="0" strike="noStrike" cap="small" spc="-1">
                <a:solidFill>
                  <a:srgbClr val="FFFFFF"/>
                </a:solidFill>
                <a:latin typeface="Century Gothic"/>
              </a:rPr>
              <a:t>Third level</a:t>
            </a:r>
            <a:endParaRPr lang="en-US" sz="14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1542960" lvl="3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200" b="0" strike="noStrike" cap="small" spc="-1">
                <a:solidFill>
                  <a:srgbClr val="FFFFFF"/>
                </a:solidFill>
                <a:latin typeface="Century Gothic"/>
              </a:rPr>
              <a:t>Fourth level</a:t>
            </a:r>
            <a:endParaRPr lang="en-US" sz="12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2000160" lvl="4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200" b="0" strike="noStrike" cap="small" spc="-1">
                <a:solidFill>
                  <a:srgbClr val="FFFFFF"/>
                </a:solidFill>
                <a:latin typeface="Century Gothic"/>
              </a:rPr>
              <a:t>Fifth level</a:t>
            </a:r>
            <a:endParaRPr lang="en-US" sz="12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170760" y="2666880"/>
            <a:ext cx="4876560" cy="31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cap="sm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18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600" b="0" strike="noStrike" cap="small" spc="-1">
                <a:solidFill>
                  <a:srgbClr val="FFFFFF"/>
                </a:solidFill>
                <a:latin typeface="Century Gothic"/>
              </a:rPr>
              <a:t>Second level</a:t>
            </a:r>
            <a:endParaRPr lang="en-US" sz="16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1200240" lvl="2" indent="-28584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400" b="0" strike="noStrike" cap="small" spc="-1">
                <a:solidFill>
                  <a:srgbClr val="FFFFFF"/>
                </a:solidFill>
                <a:latin typeface="Century Gothic"/>
              </a:rPr>
              <a:t>Third level</a:t>
            </a:r>
            <a:endParaRPr lang="en-US" sz="14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1542960" lvl="3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200" b="0" strike="noStrike" cap="small" spc="-1">
                <a:solidFill>
                  <a:srgbClr val="FFFFFF"/>
                </a:solidFill>
                <a:latin typeface="Century Gothic"/>
              </a:rPr>
              <a:t>Fourth level</a:t>
            </a:r>
            <a:endParaRPr lang="en-US" sz="12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2000160" lvl="4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200" b="0" strike="noStrike" cap="small" spc="-1">
                <a:solidFill>
                  <a:srgbClr val="FFFFFF"/>
                </a:solidFill>
                <a:latin typeface="Century Gothic"/>
              </a:rPr>
              <a:t>Fifth level</a:t>
            </a:r>
            <a:endParaRPr lang="en-US" sz="12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DEFBB0-6DF7-4E1C-9F33-57337AB68A87}" type="slidenum"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11999" r="-11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200" b="0" strike="noStrike" cap="all" spc="-1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1429200" y="2658600"/>
            <a:ext cx="45885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800" b="0" strike="noStrike" cap="sm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28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1141560" y="3243240"/>
            <a:ext cx="4876560" cy="254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cap="sm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18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600" b="0" strike="noStrike" cap="small" spc="-1">
                <a:solidFill>
                  <a:srgbClr val="FFFFFF"/>
                </a:solidFill>
                <a:latin typeface="Century Gothic"/>
              </a:rPr>
              <a:t>Second level</a:t>
            </a:r>
            <a:endParaRPr lang="en-US" sz="16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1200240" lvl="2" indent="-28584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400" b="0" strike="noStrike" cap="small" spc="-1">
                <a:solidFill>
                  <a:srgbClr val="FFFFFF"/>
                </a:solidFill>
                <a:latin typeface="Century Gothic"/>
              </a:rPr>
              <a:t>Third level</a:t>
            </a:r>
            <a:endParaRPr lang="en-US" sz="14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1542960" lvl="3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200" b="0" strike="noStrike" cap="small" spc="-1">
                <a:solidFill>
                  <a:srgbClr val="FFFFFF"/>
                </a:solidFill>
                <a:latin typeface="Century Gothic"/>
              </a:rPr>
              <a:t>Fourth level</a:t>
            </a:r>
            <a:endParaRPr lang="en-US" sz="12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2000160" lvl="4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200" b="0" strike="noStrike" cap="small" spc="-1">
                <a:solidFill>
                  <a:srgbClr val="FFFFFF"/>
                </a:solidFill>
                <a:latin typeface="Century Gothic"/>
              </a:rPr>
              <a:t>Fifth level</a:t>
            </a:r>
            <a:endParaRPr lang="en-US" sz="12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443280" y="2666880"/>
            <a:ext cx="460404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56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800" b="0" strike="noStrike" cap="sm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28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170760" y="3243240"/>
            <a:ext cx="4876560" cy="254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cap="sm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18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600" b="0" strike="noStrike" cap="small" spc="-1">
                <a:solidFill>
                  <a:srgbClr val="FFFFFF"/>
                </a:solidFill>
                <a:latin typeface="Century Gothic"/>
              </a:rPr>
              <a:t>Second level</a:t>
            </a:r>
            <a:endParaRPr lang="en-US" sz="16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1200240" lvl="2" indent="-28584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400" b="0" strike="noStrike" cap="small" spc="-1">
                <a:solidFill>
                  <a:srgbClr val="FFFFFF"/>
                </a:solidFill>
                <a:latin typeface="Century Gothic"/>
              </a:rPr>
              <a:t>Third level</a:t>
            </a:r>
            <a:endParaRPr lang="en-US" sz="14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1542960" lvl="3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200" b="0" strike="noStrike" cap="small" spc="-1">
                <a:solidFill>
                  <a:srgbClr val="FFFFFF"/>
                </a:solidFill>
                <a:latin typeface="Century Gothic"/>
              </a:rPr>
              <a:t>Fourth level</a:t>
            </a:r>
            <a:endParaRPr lang="en-US" sz="12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2000160" lvl="4" indent="-171360" defTabSz="4572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200" b="0" strike="noStrike" cap="small" spc="-1">
                <a:solidFill>
                  <a:srgbClr val="FFFFFF"/>
                </a:solidFill>
                <a:latin typeface="Century Gothic"/>
              </a:rPr>
              <a:t>Fifth level</a:t>
            </a:r>
            <a:endParaRPr lang="en-US" sz="12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dt" idx="37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ftr" idx="38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83" name="PlaceHolder 8"/>
          <p:cNvSpPr>
            <a:spLocks noGrp="1"/>
          </p:cNvSpPr>
          <p:nvPr>
            <p:ph type="sldNum" idx="39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6CE0BD-0513-4B37-89BD-3947F96BF828}" type="slidenum"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11999" r="-11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141560" y="609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200" b="0" strike="noStrike" cap="all" spc="-1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dt" idx="40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ftr" idx="41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87" name="PlaceHolder 4"/>
          <p:cNvSpPr>
            <a:spLocks noGrp="1"/>
          </p:cNvSpPr>
          <p:nvPr>
            <p:ph type="sldNum" idx="42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7F7182-B922-42DE-A836-D976D84DEEA7}" type="slidenum"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11999" r="-11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dt" idx="43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ftr" idx="44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91" name="PlaceHolder 3"/>
          <p:cNvSpPr>
            <a:spLocks noGrp="1"/>
          </p:cNvSpPr>
          <p:nvPr>
            <p:ph type="sldNum" idx="45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D7BBD3-6521-421B-AA55-ECAABC268A30}" type="slidenum"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11999" r="-11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141560" y="1600200"/>
            <a:ext cx="3548880" cy="137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400" b="0" strike="noStrike" cap="all" spc="-1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lang="en-US" sz="2400" b="0" strike="noStrike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5103720" y="609480"/>
            <a:ext cx="5943240" cy="518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2858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000" b="0" strike="noStrike" cap="sm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20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strike="noStrike" cap="small" spc="-1">
                <a:solidFill>
                  <a:srgbClr val="FFFFFF"/>
                </a:solidFill>
                <a:latin typeface="Century Gothic"/>
              </a:rPr>
              <a:t>Second level</a:t>
            </a:r>
            <a:endParaRPr lang="en-US" sz="18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1200240" lvl="2" indent="-28584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600" b="0" strike="noStrike" cap="small" spc="-1">
                <a:solidFill>
                  <a:srgbClr val="FFFFFF"/>
                </a:solidFill>
                <a:latin typeface="Century Gothic"/>
              </a:rPr>
              <a:t>Third level</a:t>
            </a:r>
            <a:endParaRPr lang="en-US" sz="16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1542960" lvl="3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400" b="0" strike="noStrike" cap="small" spc="-1">
                <a:solidFill>
                  <a:srgbClr val="FFFFFF"/>
                </a:solidFill>
                <a:latin typeface="Century Gothic"/>
              </a:rPr>
              <a:t>Fourth level</a:t>
            </a:r>
            <a:endParaRPr lang="en-US" sz="1400" b="0" strike="noStrike" cap="small" spc="-1">
              <a:solidFill>
                <a:schemeClr val="dk1"/>
              </a:solidFill>
              <a:latin typeface="Century Gothic"/>
            </a:endParaRPr>
          </a:p>
          <a:p>
            <a:pPr marL="2000160" lvl="4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400" b="0" strike="noStrike" cap="small" spc="-1">
                <a:solidFill>
                  <a:srgbClr val="FFFFFF"/>
                </a:solidFill>
                <a:latin typeface="Century Gothic"/>
              </a:rPr>
              <a:t>Fifth level</a:t>
            </a:r>
            <a:endParaRPr lang="en-US" sz="14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1141560" y="2971800"/>
            <a:ext cx="3548880" cy="18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600" b="0" strike="noStrike" cap="sm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16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dt" idx="46"/>
          </p:nvPr>
        </p:nvSpPr>
        <p:spPr>
          <a:xfrm>
            <a:off x="8837640" y="5883120"/>
            <a:ext cx="1599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ftr" idx="47"/>
          </p:nvPr>
        </p:nvSpPr>
        <p:spPr>
          <a:xfrm>
            <a:off x="1141560" y="5883120"/>
            <a:ext cx="7543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97" name="PlaceHolder 6"/>
          <p:cNvSpPr>
            <a:spLocks noGrp="1"/>
          </p:cNvSpPr>
          <p:nvPr>
            <p:ph type="sldNum" idx="48"/>
          </p:nvPr>
        </p:nvSpPr>
        <p:spPr>
          <a:xfrm>
            <a:off x="10514160" y="5883120"/>
            <a:ext cx="550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D08766-D6CC-4DE2-AF70-737BC4324BDC}" type="slidenum"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11999" r="-11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141560" y="1600200"/>
            <a:ext cx="5333760" cy="137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800" b="0" strike="noStrike" cap="all" spc="-1">
                <a:solidFill>
                  <a:srgbClr val="FFFFFF"/>
                </a:solidFill>
                <a:latin typeface="Century Gothic"/>
              </a:rPr>
              <a:t>Click to edit Master title style</a:t>
            </a:r>
            <a:endParaRPr lang="en-US" sz="2800" b="0" strike="noStrike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7433640" y="-18360"/>
            <a:ext cx="3276360" cy="6903360"/>
          </a:xfrm>
          <a:prstGeom prst="rect">
            <a:avLst/>
          </a:prstGeom>
          <a:noFill/>
          <a:ln w="38160">
            <a:solidFill>
              <a:schemeClr val="lt2"/>
            </a:solidFill>
            <a:round/>
          </a:ln>
        </p:spPr>
        <p:txBody>
          <a:bodyPr lIns="90000" tIns="45000" rIns="90000" bIns="45000" anchor="t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Century Gothic"/>
              </a:rPr>
              <a:t>Click icon to add picture</a:t>
            </a:r>
            <a:endParaRPr lang="en-US" sz="16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1141560" y="2971800"/>
            <a:ext cx="5333760" cy="18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800" b="0" strike="noStrike" cap="small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en-US" sz="1800" b="0" strike="noStrike" cap="small" spc="-1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dt" idx="49"/>
          </p:nvPr>
        </p:nvSpPr>
        <p:spPr>
          <a:xfrm>
            <a:off x="6399360" y="5883120"/>
            <a:ext cx="914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&lt;date/time&gt;</a:t>
            </a:r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ftr" idx="50"/>
          </p:nvPr>
        </p:nvSpPr>
        <p:spPr>
          <a:xfrm>
            <a:off x="1141560" y="5883120"/>
            <a:ext cx="51051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Times New Roman"/>
              </a:rPr>
              <a:t>&lt;footer&gt;</a:t>
            </a:r>
          </a:p>
        </p:txBody>
      </p:sp>
      <p:sp>
        <p:nvSpPr>
          <p:cNvPr id="103" name="PlaceHolder 6"/>
          <p:cNvSpPr>
            <a:spLocks noGrp="1"/>
          </p:cNvSpPr>
          <p:nvPr>
            <p:ph type="sldNum" idx="51"/>
          </p:nvPr>
        </p:nvSpPr>
        <p:spPr>
          <a:xfrm>
            <a:off x="10742760" y="5883120"/>
            <a:ext cx="3222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B69F35-888D-4FDF-A9F0-DA21D37E8396}" type="slidenum">
              <a:rPr lang="en-US" sz="900" b="1" strike="noStrike" spc="-1">
                <a:solidFill>
                  <a:schemeClr val="dk1">
                    <a:lumMod val="75000"/>
                  </a:schemeClr>
                </a:solidFill>
                <a:latin typeface="Century Gothic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4"/>
          <p:cNvSpPr/>
          <p:nvPr/>
        </p:nvSpPr>
        <p:spPr>
          <a:xfrm>
            <a:off x="457200" y="228600"/>
            <a:ext cx="1165860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800" b="1" strike="noStrike" spc="-1" dirty="0">
                <a:solidFill>
                  <a:schemeClr val="bg1"/>
                </a:solidFill>
                <a:latin typeface="Poppins bold"/>
              </a:rPr>
              <a:t>INORDER TRAVERSING </a:t>
            </a:r>
            <a:r>
              <a:rPr lang="en-US" sz="4800" b="1" strike="noStrike" spc="-1" dirty="0">
                <a:solidFill>
                  <a:schemeClr val="dk1"/>
                </a:solidFill>
                <a:latin typeface="Poppins bold"/>
              </a:rPr>
              <a:t>Of TREE</a:t>
            </a:r>
            <a:endParaRPr lang="en-US" sz="4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Box 5"/>
          <p:cNvSpPr/>
          <p:nvPr/>
        </p:nvSpPr>
        <p:spPr>
          <a:xfrm>
            <a:off x="1218960" y="1143000"/>
            <a:ext cx="952524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2800" b="0" i="1" strike="noStrike" spc="-1" dirty="0" err="1">
                <a:solidFill>
                  <a:schemeClr val="bg1"/>
                </a:solidFill>
                <a:latin typeface="Century Gothic"/>
              </a:rPr>
              <a:t>Algorithm</a:t>
            </a:r>
            <a:r>
              <a:rPr lang="fr-FR" sz="2800" b="0" i="1" strike="noStrike" spc="-1" dirty="0">
                <a:solidFill>
                  <a:schemeClr val="bg1"/>
                </a:solidFill>
                <a:latin typeface="Century Gothic"/>
              </a:rPr>
              <a:t>, </a:t>
            </a:r>
            <a:r>
              <a:rPr lang="fr-FR" sz="2800" b="0" i="1" strike="noStrike" spc="-1" dirty="0" err="1">
                <a:solidFill>
                  <a:schemeClr val="bg1"/>
                </a:solidFill>
                <a:latin typeface="Century Gothic"/>
              </a:rPr>
              <a:t>Implementation</a:t>
            </a:r>
            <a:r>
              <a:rPr lang="fr-FR" sz="2800" b="0" i="1" strike="noStrike" spc="-1" dirty="0">
                <a:solidFill>
                  <a:schemeClr val="bg1"/>
                </a:solidFill>
                <a:latin typeface="Century Gothic"/>
              </a:rPr>
              <a:t> &amp; </a:t>
            </a:r>
            <a:r>
              <a:rPr lang="fr-FR" sz="2800" b="0" i="1" strike="noStrike" spc="-1" dirty="0" err="1">
                <a:solidFill>
                  <a:schemeClr val="bg1"/>
                </a:solidFill>
                <a:latin typeface="Century Gothic"/>
              </a:rPr>
              <a:t>Analysis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06" name="TextBox 6"/>
          <p:cNvSpPr/>
          <p:nvPr/>
        </p:nvSpPr>
        <p:spPr>
          <a:xfrm>
            <a:off x="228600" y="2514600"/>
            <a:ext cx="11887200" cy="25530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32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Submitted By   :</a:t>
            </a:r>
            <a:r>
              <a:rPr lang="en-GB" sz="3200" b="0" strike="noStrike" spc="-1" dirty="0" err="1">
                <a:solidFill>
                  <a:schemeClr val="bg1"/>
                </a:solidFill>
                <a:latin typeface="Calibri"/>
                <a:ea typeface="Calibri"/>
              </a:rPr>
              <a:t>Noyon</a:t>
            </a:r>
            <a:r>
              <a:rPr lang="en-GB" sz="32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 Chandra Das </a:t>
            </a:r>
            <a:endParaRPr lang="en-US" sz="32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3200" b="0" strike="noStrike" spc="-1" dirty="0">
                <a:solidFill>
                  <a:schemeClr val="bg1"/>
                </a:solidFill>
                <a:latin typeface="Arial"/>
                <a:ea typeface="Calibri"/>
              </a:rPr>
              <a:t>Student’s ID      : 2411076140</a:t>
            </a:r>
            <a:endParaRPr lang="en-US" sz="32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32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Course              :  Data Structure</a:t>
            </a:r>
            <a:endParaRPr lang="en-US" sz="32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32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Department     :  Department of Computer Science &amp; Engineering</a:t>
            </a:r>
            <a:endParaRPr lang="en-US" sz="32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32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University         :  University of </a:t>
            </a:r>
            <a:r>
              <a:rPr lang="en-GB" sz="3200" b="0" strike="noStrike" spc="-1" dirty="0" err="1">
                <a:solidFill>
                  <a:schemeClr val="bg1"/>
                </a:solidFill>
                <a:latin typeface="Calibri"/>
                <a:ea typeface="Calibri"/>
              </a:rPr>
              <a:t>Rajshahi</a:t>
            </a:r>
            <a:r>
              <a:rPr lang="en-GB" sz="32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 </a:t>
            </a:r>
            <a:endParaRPr lang="en-US" sz="32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07" name="TextBox 7"/>
          <p:cNvSpPr/>
          <p:nvPr/>
        </p:nvSpPr>
        <p:spPr>
          <a:xfrm>
            <a:off x="3982320" y="6162120"/>
            <a:ext cx="422712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0" strike="noStrike" spc="-1" dirty="0">
                <a:solidFill>
                  <a:schemeClr val="bg1"/>
                </a:solidFill>
                <a:latin typeface="Century Gothic"/>
              </a:rPr>
              <a:t>Date: 26 November, 2025</a:t>
            </a:r>
            <a:endParaRPr lang="en-US" sz="2400" b="0" strike="noStrike" spc="-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:p15="http://schemas.microsoft.com/office/powerpoint/2012/main" xmlns="">
      <p:transition spd="med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3"/>
          <p:cNvSpPr/>
          <p:nvPr/>
        </p:nvSpPr>
        <p:spPr>
          <a:xfrm>
            <a:off x="-7560" y="-136080"/>
            <a:ext cx="871236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US" sz="4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Presentation Roadmap</a:t>
            </a:r>
            <a:endParaRPr lang="en-US" sz="48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532800" y="1192680"/>
            <a:ext cx="10147320" cy="39996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00000"/>
              </a:lnSpc>
              <a:buClr>
                <a:srgbClr val="EBEBEB"/>
              </a:buClr>
              <a:buFont typeface="Wingdings" charset="2"/>
              <a:buChar char=""/>
            </a:pPr>
            <a:r>
              <a:rPr lang="en-US" sz="32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Introduction </a:t>
            </a:r>
            <a:endParaRPr lang="en-US" sz="3200" b="0" strike="noStrike" spc="-1" dirty="0">
              <a:solidFill>
                <a:schemeClr val="bg1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EBEBEB"/>
              </a:buClr>
              <a:buFont typeface="Wingdings" charset="2"/>
              <a:buChar char=""/>
            </a:pPr>
            <a:r>
              <a:rPr lang="en-US" sz="32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What is Tree &amp; Tree Traversing?</a:t>
            </a:r>
            <a:endParaRPr lang="en-US" sz="3200" b="0" strike="noStrike" spc="-1" dirty="0">
              <a:solidFill>
                <a:schemeClr val="bg1"/>
              </a:solidFill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EBEBEB"/>
              </a:buClr>
              <a:buFont typeface="Wingdings" charset="2"/>
              <a:buChar char=""/>
            </a:pPr>
            <a:r>
              <a:rPr lang="en-GB" sz="2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T</a:t>
            </a:r>
            <a:r>
              <a:rPr lang="en-GB" sz="30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raversing of Linear Data Structure </a:t>
            </a:r>
            <a:r>
              <a:rPr lang="en-GB" sz="3000" b="0" strike="noStrike" spc="-1" dirty="0" err="1">
                <a:solidFill>
                  <a:schemeClr val="bg1"/>
                </a:solidFill>
                <a:latin typeface="Calibri"/>
                <a:ea typeface="Calibri"/>
              </a:rPr>
              <a:t>Vs</a:t>
            </a:r>
            <a:r>
              <a:rPr lang="en-GB" sz="30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 Traversing of Tree</a:t>
            </a:r>
            <a:endParaRPr lang="en-US" sz="3000" b="0" strike="noStrike" spc="-1" dirty="0">
              <a:solidFill>
                <a:schemeClr val="bg1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EBEBEB"/>
              </a:buClr>
              <a:buFont typeface="Wingdings" charset="2"/>
              <a:buChar char=""/>
            </a:pPr>
            <a:r>
              <a:rPr lang="en-US" sz="3200" b="0" strike="noStrike" spc="-1" dirty="0" err="1">
                <a:solidFill>
                  <a:schemeClr val="bg1"/>
                </a:solidFill>
                <a:latin typeface="Calibri"/>
                <a:ea typeface="Calibri"/>
              </a:rPr>
              <a:t>Inorder</a:t>
            </a:r>
            <a:r>
              <a:rPr lang="en-US" sz="32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 traversing Algorithm (Steps</a:t>
            </a:r>
            <a:r>
              <a:rPr lang="en-US" sz="3200" b="0" strike="noStrike" spc="-1" dirty="0" smtClean="0">
                <a:solidFill>
                  <a:schemeClr val="bg1"/>
                </a:solidFill>
                <a:latin typeface="Calibri"/>
                <a:ea typeface="Calibri"/>
              </a:rPr>
              <a:t>)</a:t>
            </a:r>
            <a:endParaRPr lang="en-US" sz="3200" b="0" strike="noStrike" spc="-1" dirty="0">
              <a:solidFill>
                <a:schemeClr val="bg1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EBEBEB"/>
              </a:buClr>
              <a:buFont typeface="Wingdings" charset="2"/>
              <a:buChar char=""/>
            </a:pPr>
            <a:r>
              <a:rPr lang="en-US" sz="3200" b="0" strike="noStrike" spc="-1" dirty="0" err="1">
                <a:solidFill>
                  <a:schemeClr val="bg1"/>
                </a:solidFill>
                <a:latin typeface="Calibri"/>
                <a:ea typeface="Calibri"/>
              </a:rPr>
              <a:t>Inorder</a:t>
            </a:r>
            <a:r>
              <a:rPr lang="en-US" sz="32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 traversing </a:t>
            </a:r>
            <a:r>
              <a:rPr lang="en-US" sz="3200" b="0" strike="noStrike" spc="-1" dirty="0" err="1">
                <a:solidFill>
                  <a:schemeClr val="bg1"/>
                </a:solidFill>
                <a:latin typeface="Calibri"/>
                <a:ea typeface="Calibri"/>
              </a:rPr>
              <a:t>Smulation</a:t>
            </a:r>
            <a:endParaRPr lang="en-US" sz="3200" b="0" strike="noStrike" spc="-1" dirty="0">
              <a:solidFill>
                <a:schemeClr val="bg1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EBEBEB"/>
              </a:buClr>
              <a:buFont typeface="Wingdings" charset="2"/>
              <a:buChar char=""/>
            </a:pPr>
            <a:r>
              <a:rPr lang="en-US" sz="32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Complexity Analysis (Time &amp; Space)</a:t>
            </a:r>
            <a:endParaRPr lang="en-US" sz="3200" b="0" strike="noStrike" spc="-1" dirty="0">
              <a:solidFill>
                <a:schemeClr val="bg1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EBEBEB"/>
              </a:buClr>
              <a:buFont typeface="Wingdings" charset="2"/>
              <a:buChar char=""/>
            </a:pPr>
            <a:r>
              <a:rPr lang="en-US" sz="32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Real-World Applications of </a:t>
            </a:r>
            <a:r>
              <a:rPr lang="en-US" sz="3200" b="0" strike="noStrike" spc="-1" dirty="0" err="1">
                <a:solidFill>
                  <a:schemeClr val="bg1"/>
                </a:solidFill>
                <a:latin typeface="Calibri"/>
                <a:ea typeface="Calibri"/>
              </a:rPr>
              <a:t>Inorder</a:t>
            </a:r>
            <a:r>
              <a:rPr lang="en-US" sz="32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 traversing</a:t>
            </a:r>
            <a:endParaRPr lang="en-US" sz="3200" b="0" strike="noStrike" spc="-1" dirty="0">
              <a:solidFill>
                <a:schemeClr val="bg1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EBEBEB"/>
              </a:buClr>
              <a:buFont typeface="Wingdings" charset="2"/>
              <a:buChar char=""/>
            </a:pPr>
            <a:r>
              <a:rPr lang="en-US" sz="32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Conclusion &amp; Final Takeaways</a:t>
            </a:r>
            <a:endParaRPr lang="en-US" sz="3200" b="0" strike="noStrike" spc="-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:p15="http://schemas.microsoft.com/office/powerpoint/2012/main" xmlns="">
      <p:transition spd="med">
        <p:circl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" dur="1000"/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6" dur="1000" fill="hold"/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" dur="1000" fill="hold"/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2" dur="1000"/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3" dur="1000" fill="hold"/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" dur="1000" fill="hold"/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3"/>
          <p:cNvSpPr/>
          <p:nvPr/>
        </p:nvSpPr>
        <p:spPr>
          <a:xfrm>
            <a:off x="0" y="0"/>
            <a:ext cx="1060668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40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Introduction</a:t>
            </a:r>
            <a:endParaRPr lang="en-US" sz="40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12" name="TextBox 5"/>
          <p:cNvSpPr/>
          <p:nvPr/>
        </p:nvSpPr>
        <p:spPr>
          <a:xfrm>
            <a:off x="0" y="3584160"/>
            <a:ext cx="864576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Box 6"/>
          <p:cNvSpPr/>
          <p:nvPr/>
        </p:nvSpPr>
        <p:spPr>
          <a:xfrm>
            <a:off x="752831" y="4820760"/>
            <a:ext cx="9707040" cy="137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"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85800" y="5486400"/>
            <a:ext cx="6858000" cy="78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/>
            <a:endParaRPr lang="en-US" sz="35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410400" y="554400"/>
            <a:ext cx="4343400" cy="69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GB" sz="35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What is Tree?</a:t>
            </a:r>
            <a:endParaRPr lang="en-US" sz="35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914400" y="1035360"/>
            <a:ext cx="10972800" cy="1056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GB" sz="2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Tree is a non-linear collection of data item called node where is nodes connected by edge.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117" name="Picture 116"/>
          <p:cNvPicPr/>
          <p:nvPr/>
        </p:nvPicPr>
        <p:blipFill>
          <a:blip r:embed="rId2"/>
          <a:stretch/>
        </p:blipFill>
        <p:spPr>
          <a:xfrm>
            <a:off x="3429000" y="2091960"/>
            <a:ext cx="5486400" cy="3413520"/>
          </a:xfrm>
          <a:prstGeom prst="rect">
            <a:avLst/>
          </a:prstGeom>
          <a:ln w="0">
            <a:noFill/>
          </a:ln>
        </p:spPr>
      </p:pic>
      <p:sp>
        <p:nvSpPr>
          <p:cNvPr id="118" name="TextBox 117"/>
          <p:cNvSpPr txBox="1"/>
          <p:nvPr/>
        </p:nvSpPr>
        <p:spPr>
          <a:xfrm>
            <a:off x="5486400" y="1915200"/>
            <a:ext cx="1143000" cy="1056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GB" sz="2800" b="1" strike="noStrike" spc="-1">
                <a:solidFill>
                  <a:srgbClr val="C9211E"/>
                </a:solidFill>
                <a:latin typeface="Calibri"/>
                <a:ea typeface="Calibri"/>
              </a:rPr>
              <a:t>Root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3429000" y="2091960"/>
            <a:ext cx="2286000" cy="1056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GB" sz="2800" b="1" strike="noStrike" spc="-1">
                <a:solidFill>
                  <a:srgbClr val="C9211E"/>
                </a:solidFill>
                <a:latin typeface="Calibri"/>
                <a:ea typeface="Calibri"/>
              </a:rPr>
              <a:t>Left </a:t>
            </a:r>
            <a:endParaRPr lang="en-US" sz="2800" b="1" strike="noStrike" spc="-1">
              <a:solidFill>
                <a:srgbClr val="C9211E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GB" sz="2800" b="1" strike="noStrike" spc="-1">
                <a:solidFill>
                  <a:srgbClr val="C9211E"/>
                </a:solidFill>
                <a:latin typeface="Calibri"/>
                <a:ea typeface="Calibri"/>
              </a:rPr>
              <a:t>Sub-tree</a:t>
            </a:r>
            <a:endParaRPr lang="en-US" sz="2800" b="1" strike="noStrike" spc="-1">
              <a:solidFill>
                <a:srgbClr val="C9211E"/>
              </a:solidFill>
              <a:latin typeface="Arial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7772400" y="2091960"/>
            <a:ext cx="1828800" cy="1371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GB" sz="2800" b="1" strike="noStrike" spc="-1">
                <a:solidFill>
                  <a:srgbClr val="00A933"/>
                </a:solidFill>
                <a:latin typeface="Calibri"/>
                <a:ea typeface="Calibri"/>
              </a:rPr>
              <a:t>Right Sub-tree</a:t>
            </a:r>
            <a:endParaRPr lang="en-US" sz="2800" b="1" strike="noStrike" spc="-1">
              <a:solidFill>
                <a:srgbClr val="00A933"/>
              </a:solidFill>
              <a:latin typeface="Arial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20"/>
          <p:cNvSpPr txBox="1"/>
          <p:nvPr/>
        </p:nvSpPr>
        <p:spPr>
          <a:xfrm>
            <a:off x="457200" y="696600"/>
            <a:ext cx="8915400" cy="68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GB" sz="2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Tree Traversing means visiting each node of a tree.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61200" y="48600"/>
            <a:ext cx="5943600" cy="91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35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What is Tree Traversing?</a:t>
            </a:r>
            <a:endParaRPr lang="en-US" sz="35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0" y="1360800"/>
            <a:ext cx="12115800" cy="69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GB" sz="35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Traversing of Linear Data Structure </a:t>
            </a:r>
            <a:r>
              <a:rPr lang="en-GB" sz="3500" b="0" strike="noStrike" spc="-1" dirty="0" err="1">
                <a:solidFill>
                  <a:schemeClr val="bg1"/>
                </a:solidFill>
                <a:latin typeface="Calibri"/>
                <a:ea typeface="Calibri"/>
              </a:rPr>
              <a:t>Vs</a:t>
            </a:r>
            <a:r>
              <a:rPr lang="en-GB" sz="35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 Traversing of Tree</a:t>
            </a:r>
            <a:endParaRPr lang="en-US" sz="35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143000" y="2751840"/>
            <a:ext cx="3429000" cy="4106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2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In linear data structure like stack ,queue, array etc. have only one way of traversing .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685800" y="2057400"/>
            <a:ext cx="7543800" cy="91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35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Traversing of Linear Data Structure</a:t>
            </a:r>
            <a:endParaRPr lang="en-US" sz="3500" b="0" strike="noStrike" spc="-1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126" name="Picture 125"/>
          <p:cNvPicPr/>
          <p:nvPr/>
        </p:nvPicPr>
        <p:blipFill>
          <a:blip r:embed="rId2"/>
          <a:stretch/>
        </p:blipFill>
        <p:spPr>
          <a:xfrm>
            <a:off x="5029200" y="2743200"/>
            <a:ext cx="6858000" cy="3886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26"/>
          <p:cNvSpPr txBox="1"/>
          <p:nvPr/>
        </p:nvSpPr>
        <p:spPr>
          <a:xfrm>
            <a:off x="685800" y="871200"/>
            <a:ext cx="11430000" cy="2989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 defTabSz="914400">
              <a:lnSpc>
                <a:spcPct val="100000"/>
              </a:lnSpc>
            </a:pPr>
            <a:r>
              <a:rPr lang="en-GB" sz="2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The tree has various way to traverse each node .On the basis of root node the tree traversing can be classified into 3 types :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GB" sz="2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1. Pre-order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GB" sz="2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2.In-order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en-GB" sz="2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3.Post-order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28600" y="228600"/>
            <a:ext cx="5715000" cy="696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35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Traversing of Tree</a:t>
            </a:r>
            <a:endParaRPr lang="en-US" sz="3500" b="0" strike="noStrike" spc="-1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129" name="Picture 128"/>
          <p:cNvPicPr/>
          <p:nvPr/>
        </p:nvPicPr>
        <p:blipFill>
          <a:blip r:embed="rId2"/>
          <a:stretch/>
        </p:blipFill>
        <p:spPr>
          <a:xfrm>
            <a:off x="3429000" y="2286000"/>
            <a:ext cx="6538320" cy="4455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4"/>
          <p:cNvSpPr/>
          <p:nvPr/>
        </p:nvSpPr>
        <p:spPr>
          <a:xfrm>
            <a:off x="246600" y="685800"/>
            <a:ext cx="11696040" cy="22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2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Step-1:Begin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2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Step-2:Process the left sub-tree element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2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Step-3:Process the root node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2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Step-4:Process the right sub-tree element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2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Step-5:Exit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31" name="TextBox 5"/>
          <p:cNvSpPr/>
          <p:nvPr/>
        </p:nvSpPr>
        <p:spPr>
          <a:xfrm>
            <a:off x="0" y="0"/>
            <a:ext cx="1097280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40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Algorithm of In-Order Tree Traversing</a:t>
            </a:r>
            <a:endParaRPr lang="en-US" sz="40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32" name="TextBox 7"/>
          <p:cNvSpPr/>
          <p:nvPr/>
        </p:nvSpPr>
        <p:spPr>
          <a:xfrm>
            <a:off x="191160" y="4343400"/>
            <a:ext cx="11696040" cy="94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514440" indent="-514440" defTabSz="9144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lang="en-GB" sz="2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In Short : 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  <a:p>
            <a:pPr marL="514440" indent="-514440" defTabSz="9144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lang="en-GB" sz="2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Left </a:t>
            </a:r>
            <a:r>
              <a:rPr lang="en-GB" sz="2800" b="0" strike="noStrike" spc="-1" dirty="0">
                <a:solidFill>
                  <a:schemeClr val="bg1"/>
                </a:solidFill>
                <a:latin typeface="DejaVu Sans"/>
                <a:ea typeface="DejaVu Sans"/>
              </a:rPr>
              <a:t>⟶</a:t>
            </a:r>
            <a:r>
              <a:rPr lang="en-GB" sz="2800" b="0" strike="noStrike" spc="-1" dirty="0" err="1">
                <a:solidFill>
                  <a:schemeClr val="bg1"/>
                </a:solidFill>
                <a:latin typeface="DejaVu Sans"/>
                <a:ea typeface="DejaVu Sans"/>
              </a:rPr>
              <a:t>Root⟶Right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133" name="Picture 132"/>
          <p:cNvPicPr/>
          <p:nvPr/>
        </p:nvPicPr>
        <p:blipFill>
          <a:blip r:embed="rId2"/>
          <a:stretch/>
        </p:blipFill>
        <p:spPr>
          <a:xfrm>
            <a:off x="6400800" y="2743200"/>
            <a:ext cx="5147280" cy="3822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33"/>
          <p:cNvSpPr txBox="1"/>
          <p:nvPr/>
        </p:nvSpPr>
        <p:spPr>
          <a:xfrm>
            <a:off x="228600" y="228600"/>
            <a:ext cx="10744200" cy="78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40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Simulation of In-order Traversing</a:t>
            </a:r>
            <a:endParaRPr lang="en-US" sz="4000" b="0" strike="noStrike" spc="-1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135" name="Picture 134"/>
          <p:cNvPicPr/>
          <p:nvPr/>
        </p:nvPicPr>
        <p:blipFill>
          <a:blip r:embed="rId2"/>
          <a:stretch/>
        </p:blipFill>
        <p:spPr>
          <a:xfrm>
            <a:off x="867960" y="1010880"/>
            <a:ext cx="7133040" cy="5628960"/>
          </a:xfrm>
          <a:prstGeom prst="rect">
            <a:avLst/>
          </a:prstGeom>
          <a:ln w="0">
            <a:noFill/>
          </a:ln>
        </p:spPr>
      </p:pic>
      <p:sp>
        <p:nvSpPr>
          <p:cNvPr id="136" name="TextBox 135"/>
          <p:cNvSpPr txBox="1"/>
          <p:nvPr/>
        </p:nvSpPr>
        <p:spPr>
          <a:xfrm>
            <a:off x="9144000" y="457200"/>
            <a:ext cx="914400" cy="6156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35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4</a:t>
            </a:r>
            <a:endParaRPr lang="en-US" sz="35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35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2</a:t>
            </a:r>
            <a:endParaRPr lang="en-US" sz="35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35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8</a:t>
            </a:r>
            <a:endParaRPr lang="en-US" sz="35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35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5</a:t>
            </a:r>
            <a:endParaRPr lang="en-US" sz="35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35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1</a:t>
            </a:r>
            <a:endParaRPr lang="en-US" sz="35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35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6</a:t>
            </a:r>
            <a:endParaRPr lang="en-US" sz="35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35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3</a:t>
            </a:r>
            <a:endParaRPr lang="en-US" sz="35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35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9</a:t>
            </a:r>
            <a:endParaRPr lang="en-US" sz="35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35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7</a:t>
            </a:r>
            <a:endParaRPr lang="en-US" sz="35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35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10</a:t>
            </a:r>
            <a:endParaRPr lang="en-US" sz="3500" b="0" strike="noStrike" spc="-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36"/>
          <p:cNvSpPr txBox="1"/>
          <p:nvPr/>
        </p:nvSpPr>
        <p:spPr>
          <a:xfrm>
            <a:off x="228600" y="228600"/>
            <a:ext cx="11430000" cy="1474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40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Simulation of In-order Traversing</a:t>
            </a:r>
            <a:endParaRPr lang="en-US" sz="4000" b="0" strike="noStrike" spc="-1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138" name="Picture 137"/>
          <p:cNvPicPr/>
          <p:nvPr/>
        </p:nvPicPr>
        <p:blipFill>
          <a:blip r:embed="rId2"/>
          <a:stretch/>
        </p:blipFill>
        <p:spPr>
          <a:xfrm>
            <a:off x="1600200" y="1060200"/>
            <a:ext cx="8229600" cy="5387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4"/>
          <p:cNvSpPr/>
          <p:nvPr/>
        </p:nvSpPr>
        <p:spPr>
          <a:xfrm>
            <a:off x="81720" y="-23400"/>
            <a:ext cx="11805480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40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Complexity Analysis (</a:t>
            </a:r>
            <a:r>
              <a:rPr lang="en-US" sz="4000" b="0" strike="noStrike" spc="-1" dirty="0" err="1">
                <a:solidFill>
                  <a:schemeClr val="bg1"/>
                </a:solidFill>
                <a:latin typeface="Calibri"/>
                <a:ea typeface="Calibri"/>
              </a:rPr>
              <a:t>Inorder</a:t>
            </a:r>
            <a:r>
              <a:rPr lang="en-US" sz="40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 Traversing)</a:t>
            </a:r>
            <a:endParaRPr lang="en-US" sz="40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40" name="TextBox 5"/>
          <p:cNvSpPr/>
          <p:nvPr/>
        </p:nvSpPr>
        <p:spPr>
          <a:xfrm>
            <a:off x="201600" y="707760"/>
            <a:ext cx="11696040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514440" indent="-514440" defTabSz="914400">
              <a:lnSpc>
                <a:spcPct val="100000"/>
              </a:lnSpc>
              <a:buClr>
                <a:srgbClr val="FFFFFF"/>
              </a:buClr>
              <a:buFont typeface="Century Gothic"/>
              <a:buAutoNum type="arabicParenR"/>
            </a:pPr>
            <a:r>
              <a:rPr lang="en-US" sz="32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 Time Complexity:  </a:t>
            </a:r>
            <a:r>
              <a:rPr lang="en-GB" sz="32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O(n)</a:t>
            </a:r>
            <a:endParaRPr lang="en-US" sz="32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41" name="TextBox 6"/>
          <p:cNvSpPr/>
          <p:nvPr/>
        </p:nvSpPr>
        <p:spPr>
          <a:xfrm>
            <a:off x="457200" y="914400"/>
            <a:ext cx="11696040" cy="179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"/>
            </a:pPr>
            <a:r>
              <a:rPr lang="en-GB" sz="2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Why?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2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	✔ Reason: We visit every node exactly once (where n is the number of nodes).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42" name="TextBox 8"/>
          <p:cNvSpPr/>
          <p:nvPr/>
        </p:nvSpPr>
        <p:spPr>
          <a:xfrm>
            <a:off x="433440" y="4346280"/>
            <a:ext cx="11696040" cy="179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2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3) Worst Case: O(n) (Skewed Tree - like a linked list).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2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​4) Average Case: O(log n) (Balanced Tree).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28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​	Reason: Stack memory usage during recursion.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43" name="TextBox 9"/>
          <p:cNvSpPr/>
          <p:nvPr/>
        </p:nvSpPr>
        <p:spPr>
          <a:xfrm>
            <a:off x="419760" y="3200400"/>
            <a:ext cx="11696040" cy="20606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2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2)   Space Complexity:  O(h) (where h is the height of the tree).   </a:t>
            </a:r>
            <a:endParaRPr lang="en-US" sz="32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32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32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3200" b="0" strike="noStrike" spc="-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500" fill="hold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" dur="500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" dur="500" fill="hold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" dur="500" fill="hold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" dur="500" fill="hold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3"/>
          <p:cNvSpPr/>
          <p:nvPr/>
        </p:nvSpPr>
        <p:spPr>
          <a:xfrm>
            <a:off x="0" y="0"/>
            <a:ext cx="974808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40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Applications of In-Order Traversing</a:t>
            </a:r>
            <a:endParaRPr lang="en-US" sz="40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45" name="TextBox 4"/>
          <p:cNvSpPr/>
          <p:nvPr/>
        </p:nvSpPr>
        <p:spPr>
          <a:xfrm>
            <a:off x="710280" y="707760"/>
            <a:ext cx="11696040" cy="64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514440" indent="-514440" defTabSz="914400">
              <a:lnSpc>
                <a:spcPct val="100000"/>
              </a:lnSpc>
              <a:buClr>
                <a:srgbClr val="FF0000"/>
              </a:buClr>
              <a:buFont typeface="OpenSymbol"/>
              <a:buAutoNum type="arabicPeriod"/>
            </a:pPr>
            <a:r>
              <a:rPr lang="en-US" sz="3200" b="0" strike="noStrike" spc="-1" dirty="0">
                <a:solidFill>
                  <a:srgbClr val="FF0000"/>
                </a:solidFill>
                <a:latin typeface="Calibri"/>
                <a:ea typeface="Calibri"/>
              </a:rPr>
              <a:t>Binary Search Trees (BST): Used to get elements in non-decreasing order (Sorting).</a:t>
            </a:r>
            <a:endParaRPr lang="en-US" sz="3200" b="0" strike="noStrike" spc="-1" dirty="0">
              <a:solidFill>
                <a:srgbClr val="FFFFFF"/>
              </a:solidFill>
              <a:latin typeface="Arial"/>
            </a:endParaRPr>
          </a:p>
          <a:p>
            <a:pPr marL="514440" indent="-514440" defTabSz="914400">
              <a:lnSpc>
                <a:spcPct val="100000"/>
              </a:lnSpc>
              <a:buClr>
                <a:srgbClr val="FF0000"/>
              </a:buClr>
              <a:buFont typeface="OpenSymbol"/>
              <a:buAutoNum type="arabicPeriod"/>
            </a:pPr>
            <a:endParaRPr lang="en-US" sz="320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3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2. </a:t>
            </a:r>
            <a:r>
              <a:rPr lang="en-US" sz="3200" b="0" strike="noStrike" spc="-1" dirty="0">
                <a:solidFill>
                  <a:srgbClr val="00B050"/>
                </a:solidFill>
                <a:latin typeface="Calibri"/>
                <a:ea typeface="Calibri"/>
              </a:rPr>
              <a:t>Expression Trees: </a:t>
            </a:r>
            <a:r>
              <a:rPr lang="en-US" sz="3200" b="0" strike="noStrike" spc="-1" dirty="0" err="1">
                <a:solidFill>
                  <a:srgbClr val="00B050"/>
                </a:solidFill>
                <a:latin typeface="Calibri"/>
                <a:ea typeface="Calibri"/>
              </a:rPr>
              <a:t>Inorder</a:t>
            </a:r>
            <a:r>
              <a:rPr lang="en-US" sz="3200" b="0" strike="noStrike" spc="-1" dirty="0">
                <a:solidFill>
                  <a:srgbClr val="00B050"/>
                </a:solidFill>
                <a:latin typeface="Calibri"/>
                <a:ea typeface="Calibri"/>
              </a:rPr>
              <a:t> traversal gives the "Infix" expression (e.g., A + B).</a:t>
            </a:r>
            <a:endParaRPr lang="en-US" sz="320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320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3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3. </a:t>
            </a:r>
            <a:r>
              <a:rPr lang="en-US" sz="3200" b="0" strike="noStrike" spc="-1" dirty="0">
                <a:solidFill>
                  <a:srgbClr val="0070C0"/>
                </a:solidFill>
                <a:latin typeface="Calibri"/>
                <a:ea typeface="Calibri"/>
              </a:rPr>
              <a:t>Threaded Binary Trees: Used to optimize traversal without recursion/stack.</a:t>
            </a:r>
            <a:endParaRPr lang="en-US" sz="320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320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32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4. </a:t>
            </a:r>
            <a:r>
              <a:rPr lang="en-US" sz="3200" b="0" strike="noStrike" spc="-1" dirty="0">
                <a:solidFill>
                  <a:srgbClr val="FF0000"/>
                </a:solidFill>
                <a:latin typeface="Calibri"/>
                <a:ea typeface="Calibri"/>
              </a:rPr>
              <a:t>System Design: Database indexing often relies on tree structures where in-order reading is required for range queries.</a:t>
            </a:r>
            <a:endParaRPr lang="en-US" sz="320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32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3"/>
          <p:cNvSpPr/>
          <p:nvPr/>
        </p:nvSpPr>
        <p:spPr>
          <a:xfrm>
            <a:off x="0" y="0"/>
            <a:ext cx="9748080" cy="13219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40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Summary &amp; References</a:t>
            </a:r>
            <a:endParaRPr lang="en-US" sz="40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40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47" name="TextBox 4"/>
          <p:cNvSpPr/>
          <p:nvPr/>
        </p:nvSpPr>
        <p:spPr>
          <a:xfrm>
            <a:off x="177840" y="613440"/>
            <a:ext cx="11696040" cy="240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36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What We Learned from </a:t>
            </a:r>
            <a:r>
              <a:rPr lang="en-GB" sz="3600" b="0" strike="noStrike" spc="-1" dirty="0" err="1">
                <a:solidFill>
                  <a:schemeClr val="bg1"/>
                </a:solidFill>
                <a:latin typeface="Calibri"/>
                <a:ea typeface="Calibri"/>
              </a:rPr>
              <a:t>Inoder</a:t>
            </a:r>
            <a:r>
              <a:rPr lang="en-GB" sz="36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 Traversing</a:t>
            </a:r>
            <a:endParaRPr lang="en-US" sz="36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3200" b="1" strike="noStrike" spc="-1" dirty="0">
                <a:solidFill>
                  <a:schemeClr val="bg1"/>
                </a:solidFill>
                <a:latin typeface="Calibri"/>
                <a:ea typeface="Calibri"/>
              </a:rPr>
              <a:t>Recap:</a:t>
            </a:r>
            <a:endParaRPr lang="en-US" sz="3200" b="0" strike="noStrike" spc="-1" dirty="0">
              <a:solidFill>
                <a:schemeClr val="bg1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28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lang="en-GB" sz="2800" b="0" strike="noStrike" spc="-1" dirty="0">
                <a:solidFill>
                  <a:srgbClr val="FF0000"/>
                </a:solidFill>
                <a:latin typeface="Calibri"/>
                <a:ea typeface="Calibri"/>
              </a:rPr>
              <a:t>✔ Follows Left → Root → Right.</a:t>
            </a:r>
            <a:endParaRPr lang="en-US" sz="280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28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lang="en-GB" sz="2800" b="0" strike="noStrike" spc="-1" dirty="0">
                <a:solidFill>
                  <a:srgbClr val="00B050"/>
                </a:solidFill>
                <a:latin typeface="Calibri"/>
                <a:ea typeface="Calibri"/>
              </a:rPr>
              <a:t>✔ The best way to retrieve sorted data from a BST</a:t>
            </a:r>
            <a:endParaRPr lang="en-US" sz="280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2800" b="0" strike="noStrike" spc="-1" dirty="0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lang="en-GB" sz="2800" b="0" strike="noStrike" spc="-1" dirty="0">
                <a:solidFill>
                  <a:srgbClr val="FFFF00"/>
                </a:solidFill>
                <a:latin typeface="Calibri"/>
                <a:ea typeface="Calibri"/>
              </a:rPr>
              <a:t>✔ Efficient O(n) time complexity.</a:t>
            </a:r>
            <a:endParaRPr lang="en-US" sz="2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Box 6"/>
          <p:cNvSpPr/>
          <p:nvPr/>
        </p:nvSpPr>
        <p:spPr>
          <a:xfrm>
            <a:off x="111240" y="3546360"/>
            <a:ext cx="974808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40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References</a:t>
            </a:r>
            <a:endParaRPr lang="en-US" sz="40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49" name="TextBox 8"/>
          <p:cNvSpPr/>
          <p:nvPr/>
        </p:nvSpPr>
        <p:spPr>
          <a:xfrm>
            <a:off x="614880" y="4368240"/>
            <a:ext cx="11696040" cy="155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514440" indent="-514440" defTabSz="914400">
              <a:lnSpc>
                <a:spcPct val="100000"/>
              </a:lnSpc>
              <a:buClr>
                <a:srgbClr val="FFFF00"/>
              </a:buClr>
              <a:buFont typeface="OpenSymbol"/>
              <a:buAutoNum type="arabicPeriod"/>
            </a:pPr>
            <a:r>
              <a:rPr lang="en-GB" sz="3200" b="0" strike="noStrike" spc="-1">
                <a:solidFill>
                  <a:srgbClr val="FFFF00"/>
                </a:solidFill>
                <a:latin typeface="Calibri"/>
                <a:ea typeface="Calibri"/>
              </a:rPr>
              <a:t>Cormen et al. (CLRS) – Introduction to Algorithms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514440" indent="-514440" defTabSz="914400">
              <a:lnSpc>
                <a:spcPct val="100000"/>
              </a:lnSpc>
              <a:buClr>
                <a:srgbClr val="0070C0"/>
              </a:buClr>
              <a:buFont typeface="OpenSymbol"/>
              <a:buAutoNum type="arabicPeriod"/>
            </a:pPr>
            <a:r>
              <a:rPr lang="en-GB" sz="3200" b="0" strike="noStrike" spc="-1">
                <a:solidFill>
                  <a:srgbClr val="0070C0"/>
                </a:solidFill>
                <a:latin typeface="Calibri"/>
                <a:ea typeface="Calibri"/>
              </a:rPr>
              <a:t>GeeksforGeeks / LeetCode – BFS Practice Problems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  <a:p>
            <a:pPr marL="514440" indent="-514440" defTabSz="914400">
              <a:lnSpc>
                <a:spcPct val="100000"/>
              </a:lnSpc>
              <a:buClr>
                <a:srgbClr val="FF0000"/>
              </a:buClr>
              <a:buFont typeface="OpenSymbol"/>
              <a:buAutoNum type="arabicPeriod"/>
            </a:pPr>
            <a:r>
              <a:rPr lang="en-GB" sz="3200" b="0" strike="noStrike" spc="-1">
                <a:solidFill>
                  <a:srgbClr val="FF0000"/>
                </a:solidFill>
                <a:latin typeface="Calibri"/>
                <a:ea typeface="Calibri"/>
              </a:rPr>
              <a:t>VisualAlgo.net – Interactive Tree Animations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:p15="http://schemas.microsoft.com/office/powerpoint/2012/main" xmlns="">
      <p:transition spd="med">
        <p:circl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" dur="1000"/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6" dur="1000" fill="hold"/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" dur="1000" fill="hold"/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3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 fmla="y-sin(pi*$)/3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 fmla="y-sin(pi*$)/9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 fmla="y-sin(pi*$)/27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 fmla="y-sin(pi*$)/81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0" dur="500" fill="hold"/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" dur="500" fill="hold"/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6" dur="500" fill="hold"/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" dur="500" fill="hold"/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" dur="500" fill="hold"/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" dur="500" fill="hold"/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5"/>
          <p:cNvSpPr/>
          <p:nvPr/>
        </p:nvSpPr>
        <p:spPr>
          <a:xfrm>
            <a:off x="1221840" y="2473200"/>
            <a:ext cx="9748080" cy="13219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000" b="0" i="1" strike="noStrike" spc="-1" dirty="0">
                <a:solidFill>
                  <a:schemeClr val="bg1"/>
                </a:solidFill>
                <a:latin typeface="Calibri"/>
                <a:ea typeface="Calibri"/>
              </a:rPr>
              <a:t>Thank You</a:t>
            </a:r>
            <a:endParaRPr lang="en-US" sz="8000" b="0" strike="noStrike" spc="-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Mesh">
  <a:themeElements>
    <a:clrScheme name="Mesh">
      <a:dk1>
        <a:srgbClr val="000000"/>
      </a:dk1>
      <a:lt1>
        <a:srgbClr val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</a:majorFont>
      <a:minorFont>
        <a:latin typeface="Century Gothic" panose="020B0502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  <a:tileRect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  <a:tileRect/>
        </a:gradFill>
        <a:blipFill rotWithShape="1">
          <a:blip xmlns:r="http://schemas.openxmlformats.org/officeDocument/2006/relationships" r:embed="rId1"/>
          <a:srcRect/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473</TotalTime>
  <Words>357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17</vt:i4>
      </vt:variant>
      <vt:variant>
        <vt:lpstr>Slide Titles</vt:lpstr>
      </vt:variant>
      <vt:variant>
        <vt:i4>12</vt:i4>
      </vt:variant>
    </vt:vector>
  </HeadingPairs>
  <TitlesOfParts>
    <vt:vector size="38" baseType="lpstr">
      <vt:lpstr>Arial</vt:lpstr>
      <vt:lpstr>Calibri</vt:lpstr>
      <vt:lpstr>Century Gothic</vt:lpstr>
      <vt:lpstr>DejaVu Sans</vt:lpstr>
      <vt:lpstr>OpenSymbol</vt:lpstr>
      <vt:lpstr>Poppins bold</vt:lpstr>
      <vt:lpstr>Symbol</vt:lpstr>
      <vt:lpstr>Times New Roman</vt:lpstr>
      <vt:lpstr>Wingdings</vt:lpstr>
      <vt:lpstr>Mesh</vt:lpstr>
      <vt:lpstr>Mesh</vt:lpstr>
      <vt:lpstr>Mesh</vt:lpstr>
      <vt:lpstr>Mesh</vt:lpstr>
      <vt:lpstr>Mesh</vt:lpstr>
      <vt:lpstr>Mesh</vt:lpstr>
      <vt:lpstr>Mesh</vt:lpstr>
      <vt:lpstr>Mesh</vt:lpstr>
      <vt:lpstr>Mesh</vt:lpstr>
      <vt:lpstr>Mesh</vt:lpstr>
      <vt:lpstr>Mesh</vt:lpstr>
      <vt:lpstr>Mesh</vt:lpstr>
      <vt:lpstr>Mesh</vt:lpstr>
      <vt:lpstr>Mesh</vt:lpstr>
      <vt:lpstr>Mesh</vt:lpstr>
      <vt:lpstr>Mesh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dc:description/>
  <cp:lastModifiedBy>HP</cp:lastModifiedBy>
  <cp:revision>43</cp:revision>
  <dcterms:created xsi:type="dcterms:W3CDTF">2025-11-21T06:33:18Z</dcterms:created>
  <dcterms:modified xsi:type="dcterms:W3CDTF">2025-11-25T12:41:57Z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</Properties>
</file>